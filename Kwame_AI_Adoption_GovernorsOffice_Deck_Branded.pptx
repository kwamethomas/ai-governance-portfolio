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Innovation Strategy for North Carolina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A Human-Centered, Equitable, Future-Ready Framework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Prepared by Kwame Thomas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Opportunity for NC to lead in responsible AI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Focus on innovation, equity, trust, workforce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Modernize services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Improve efficiency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Expand statewide access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Strengthen public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Leadership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AI adoption already happening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Strategy reduces risk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Leadership aligns innovation to public good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Guiding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Equity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Transparency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Accountability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Accessibility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Human-centered design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Continuous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Priority Impact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Education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Workforce Development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Small Business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Healthcare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Public Communication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Gov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Innovation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Set vision &amp; guardrails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Invest in AI literacy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Launch pilots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Scale responsibly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Workforce &amp; Economic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Preparing workforce ensures long-term competitiveness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Public-sector leadership drives inclusive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Measuring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Improved access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Reduced burden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Higher trust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Workforce readiness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Equity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Closing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NC can model responsible innovation nationally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AI should expand opportunity and strengthen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