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30-60-90 Day AI Adoption Plan</a:t>
            </a:r>
            <a:br/>
            <a:r>
              <a:t>for North Carolina Government</a:t>
            </a:r>
          </a:p>
          <a:p>
            <a:pPr algn="ctr">
              <a:defRPr sz="2400">
                <a:solidFill>
                  <a:srgbClr val="D4AF37"/>
                </a:solidFill>
              </a:defRPr>
            </a:pPr>
            <a:r>
              <a:t>Kwame Thomas | AI Strategy &amp;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Kwame Thomas | AI Strategy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Accelerate responsible AI adoption across NC government</a:t>
            </a:r>
          </a:p>
          <a:p>
            <a:pPr>
              <a:defRPr sz="2000"/>
            </a:pPr>
            <a:r>
              <a:t>Support workforce productivity, citizen services, and operational efficiency</a:t>
            </a:r>
          </a:p>
          <a:p>
            <a:pPr>
              <a:defRPr sz="2000"/>
            </a:pPr>
            <a:r>
              <a:t>Ensure strong governance, ethics, and risk management from day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Kwame Thomas | AI Strategy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30 Days: Foundation &amp;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Stakeholder listening tour (agency heads, CIOs, program leaders)</a:t>
            </a:r>
          </a:p>
          <a:p>
            <a:pPr>
              <a:defRPr sz="2000"/>
            </a:pPr>
            <a:r>
              <a:t>Inventory current tools, pilots, and risks</a:t>
            </a:r>
          </a:p>
          <a:p>
            <a:pPr>
              <a:defRPr sz="2000"/>
            </a:pPr>
            <a:r>
              <a:t>Baseline AI maturity assessment</a:t>
            </a:r>
          </a:p>
          <a:p>
            <a:pPr>
              <a:defRPr sz="2000"/>
            </a:pPr>
            <a:r>
              <a:t>Identify quick wins and urgent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Kwame Thomas | AI Strategy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Days 31–60: Pilot &amp; Enablement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Launch small AI pilots in priority agencies</a:t>
            </a:r>
          </a:p>
          <a:p>
            <a:pPr>
              <a:defRPr sz="2000"/>
            </a:pPr>
            <a:r>
              <a:t>Develop AI usage guidelines and literacy resources</a:t>
            </a:r>
          </a:p>
          <a:p>
            <a:pPr>
              <a:defRPr sz="2000"/>
            </a:pPr>
            <a:r>
              <a:t>Train leaders and managers on safe AI adoption</a:t>
            </a:r>
          </a:p>
          <a:p>
            <a:pPr>
              <a:defRPr sz="2000"/>
            </a:pPr>
            <a:r>
              <a:t>Establish cross-agency AI working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Kwame Thomas | AI Strategy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Days 61–90: Scale &amp;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Expand successful pilots statewide</a:t>
            </a:r>
          </a:p>
          <a:p>
            <a:pPr>
              <a:defRPr sz="2000"/>
            </a:pPr>
            <a:r>
              <a:t>Formalize governance framework and review process</a:t>
            </a:r>
          </a:p>
          <a:p>
            <a:pPr>
              <a:defRPr sz="2000"/>
            </a:pPr>
            <a:r>
              <a:t>Launch centralized AI resource hub</a:t>
            </a:r>
          </a:p>
          <a:p>
            <a:pPr>
              <a:defRPr sz="2000"/>
            </a:pPr>
            <a:r>
              <a:t>Define long-term roadmap and investment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Kwame Thomas | AI Strategy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Adoption rate across agencies</a:t>
            </a:r>
          </a:p>
          <a:p>
            <a:pPr>
              <a:defRPr sz="2000"/>
            </a:pPr>
            <a:r>
              <a:t>Employee AI literacy improvement</a:t>
            </a:r>
          </a:p>
          <a:p>
            <a:pPr>
              <a:defRPr sz="2000"/>
            </a:pPr>
            <a:r>
              <a:t>Time saved through automation</a:t>
            </a:r>
          </a:p>
          <a:p>
            <a:pPr>
              <a:defRPr sz="2000"/>
            </a:pPr>
            <a:r>
              <a:t>Risk incidents reduced through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Kwame Thomas | AI Strategy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Approach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Balances innovation with accountability</a:t>
            </a:r>
          </a:p>
          <a:p>
            <a:pPr>
              <a:defRPr sz="2000"/>
            </a:pPr>
            <a:r>
              <a:t>Builds trust with employees and leadership</a:t>
            </a:r>
          </a:p>
          <a:p>
            <a:pPr>
              <a:defRPr sz="2000"/>
            </a:pPr>
            <a:r>
              <a:t>Creates momentum without disruption</a:t>
            </a:r>
          </a:p>
          <a:p>
            <a:pPr>
              <a:defRPr sz="2000"/>
            </a:pPr>
            <a:r>
              <a:t>Positions NC as a national AI leader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Kwame Thomas | AI Strategy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